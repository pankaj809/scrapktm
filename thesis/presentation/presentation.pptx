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citizen-facing problem: laws live in PDFs, not chatbots.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RAG in plain language before any jargon.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encoding + evaluation hygiene, not only model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curated_corpus_manifest.jsonl and extraction_output/chunks.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left-to-right on the diagram if presenting with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Tools: Python, LangChain Core, scikit-learn, FAISS, sentence-transformers.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short for a 5-minute defense.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concrete example: top-3 paragraphs shown to the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from paper_analysis.py over the real corpus.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Repair is the contribution; aliasing perfect score is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grounding and citations for citizen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accessible legal information for Kathmandu Valley.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Backup: aliases are a research bridge until proper Unicode OCR is deployed.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Retrieval-Augmented Generation for Nepali Government Documents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Hybrid Pipeline for Low-Resource, Code-Switched Legal Text</a:t>
            </a:r>
          </a:p>
          <a:p>
            <a:r>
              <a:t>ADHIKARI PANKAJ | Student ID: 2120256037</a:t>
            </a:r>
          </a:p>
          <a:p>
            <a:r>
              <a:t>Nankai University | Masters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What is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RAG = search official PDFs first, then let the AI read those paragraphs to answer.</a:t>
            </a:r>
          </a:p>
          <a:p>
            <a:pPr>
              <a:defRPr sz="2000"/>
            </a:pPr>
            <a:r>
              <a:t>Kathmandu Valley bylaws are in Nepali PDFs with Nepali + English queries.</a:t>
            </a:r>
          </a:p>
          <a:p>
            <a:pPr>
              <a:defRPr sz="2000"/>
            </a:pPr>
            <a:r>
              <a:t>General chatbots do not have your local municipal files.</a:t>
            </a:r>
          </a:p>
          <a:p>
            <a:pPr>
              <a:defRPr sz="2000"/>
            </a:pPr>
            <a:r>
              <a:t>Goal: local, measurable retrieval for municipal legal assistance.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Legacy PDF font encoding produces unreadable extracted text (not Unicode Nepali).</a:t>
            </a:r>
          </a:p>
          <a:p>
            <a:pPr>
              <a:defRPr sz="2000"/>
            </a:pPr>
            <a:r>
              <a:t>Code-switched queries stress English-only embedding models.</a:t>
            </a:r>
          </a:p>
          <a:p>
            <a:pPr>
              <a:defRPr sz="2000"/>
            </a:pPr>
            <a:r>
              <a:t>Evaluation can show 0% if ground-truth chunk IDs do not match the indexed corpus.</a:t>
            </a:r>
          </a:p>
          <a:p>
            <a:pPr>
              <a:defRPr sz="2000"/>
            </a:pPr>
            <a:r>
              <a:t>Example: sf7df8f}F dxfgu/kflnsf instead of readable municipal 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400+ PDFs scraped -&gt; 50 curated gold documents -&gt; 446 JSONL chunks.</a:t>
            </a:r>
          </a:p>
          <a:p>
            <a:pPr>
              <a:defRPr sz="2000"/>
            </a:pPr>
            <a:r>
              <a:t>Sources: Kathmandu, Lalitpur, Bhaktapur + federal laws.</a:t>
            </a:r>
          </a:p>
          <a:p>
            <a:pPr>
              <a:defRPr sz="2000"/>
            </a:pPr>
            <a:r>
              <a:t>Pipeline: scrape -&gt; curate -&gt; PyMuPDF/Surya OCR -&gt; chunk -&gt; retrieve -&gt; answer.</a:t>
            </a:r>
          </a:p>
          <a:p>
            <a:pPr>
              <a:defRPr sz="2000"/>
            </a:pPr>
            <a:r>
              <a:t>830 pages total; 45 text-based + 5 scanned PDFs.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User query -&gt; vectorize (TF-IDF or dense) -&gt; search index -&gt; top-k chunks -&gt; LLM answer.</a:t>
            </a:r>
          </a:p>
          <a:p>
            <a:pPr>
              <a:defRPr sz="2000"/>
            </a:pPr>
            <a:r>
              <a:t>Offline index built from: PDFs -&gt; extract -&gt; chunk -&gt; local_rag_db/documents.jsonl.</a:t>
            </a:r>
          </a:p>
          <a:p>
            <a:pPr>
              <a:defRPr sz="2000"/>
            </a:pPr>
            <a:r>
              <a:t>local_rag_db = project-owned local retrieval database (on-disk chunk store).</a:t>
            </a:r>
          </a:p>
          <a:p>
            <a:pPr>
              <a:defRPr sz="2000"/>
            </a:pPr>
            <a:r>
              <a:t>Retrieval quality limits answer quality: miss the chunk, risk hallucination.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Router: text PDFs -&gt; PyMuPDF; scanned -&gt; Surya OCR (Apple MPS).</a:t>
            </a:r>
          </a:p>
          <a:p>
            <a:pPr>
              <a:defRPr sz="2000"/>
            </a:pPr>
            <a:r>
              <a:t>Chunking: heading-aware sections; 512-token fallback with overlap.</a:t>
            </a:r>
          </a:p>
          <a:p>
            <a:pPr>
              <a:defRPr sz="2000"/>
            </a:pPr>
            <a:r>
              <a:t>Dense baseline: BGE-M3 + all-MiniLM-L6-v2 with FAISS.</a:t>
            </a:r>
          </a:p>
          <a:p>
            <a:pPr>
              <a:defRPr sz="2000"/>
            </a:pPr>
            <a:r>
              <a:t>Hybrid fix: metadata aliasing + scikit-learn TF-IDF (sparse keyword retrieval).</a:t>
            </a:r>
          </a:p>
          <a:p>
            <a:pPr>
              <a:defRPr sz="2000"/>
            </a:pPr>
            <a:r>
              <a:t>BM25 is same family as TF-IDF; our code implements TF-IDF.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(Brief)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Low-resource NLP: English models underperform on Devanagari + code-switching.</a:t>
            </a:r>
          </a:p>
          <a:p>
            <a:pPr>
              <a:defRPr sz="2000"/>
            </a:pPr>
            <a:r>
              <a:t>South Asian PDFs: legacy fonts break standard OCR and embeddings.</a:t>
            </a:r>
          </a:p>
          <a:p>
            <a:pPr>
              <a:defRPr sz="2000"/>
            </a:pPr>
            <a:r>
              <a:t>Hybrid retrieval: sparse + dense improves robustness on noisy text.</a:t>
            </a:r>
          </a:p>
          <a:p>
            <a:pPr>
              <a:defRPr sz="2000"/>
            </a:pPr>
            <a:r>
              <a:t>Legal IR needs exact fees, tables, and document lists.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Aim: local RAG that retrieves correct clauses from Nepali municipal PDFs.</a:t>
            </a:r>
          </a:p>
          <a:p>
            <a:pPr>
              <a:defRPr sz="2000"/>
            </a:pPr>
            <a:r>
              <a:t>Curate reproducible corpus (50 PDFs -&gt; JSONL chunks).</a:t>
            </a:r>
          </a:p>
          <a:p>
            <a:pPr>
              <a:defRPr sz="2000"/>
            </a:pPr>
            <a:r>
              <a:t>Measure dense baselines on raw extracted text.</a:t>
            </a:r>
          </a:p>
          <a:p>
            <a:pPr>
              <a:defRPr sz="2000"/>
            </a:pPr>
            <a:r>
              <a:t>Design alias-augmented sparse retrieval; compare Recall@k and MRR.</a:t>
            </a:r>
          </a:p>
          <a:p>
            <a:pPr>
              <a:defRPr sz="2000"/>
            </a:pPr>
            <a:r>
              <a:t>Contrast grounded RAG vs direct LLM guesses on tax/fee queries.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Recall@k: was the correct chunk in the top k results? (1=yes, 0=no).</a:t>
            </a:r>
          </a:p>
          <a:p>
            <a:pPr>
              <a:defRPr sz="2000"/>
            </a:pPr>
            <a:r>
              <a:t>MRR: 1/rank of first correct chunk (rank 1 -&gt; 1.0, rank 2 -&gt; 0.5).</a:t>
            </a:r>
          </a:p>
          <a:p>
            <a:pPr>
              <a:defRPr sz="2000"/>
            </a:pPr>
            <a:r>
              <a:t>Critical for RAG: if retrieval fails, the LLM hallucinates.</a:t>
            </a:r>
          </a:p>
          <a:p>
            <a:pPr>
              <a:defRPr sz="2000"/>
            </a:pPr>
            <a:r>
              <a:t>We report Recall@3 for hybrid system; Recall@5 for dense FAISS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Why Raw Retrieval Fails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Sparse TF-IDF on raw corrupted text: Recall@3 = 0.091, MRR = 0.030 (1/11 hits).</a:t>
            </a:r>
          </a:p>
          <a:p>
            <a:pPr>
              <a:defRPr sz="2000"/>
            </a:pPr>
            <a:r>
              <a:t>Cause: 26/50 documents extract as Preeti font gibberish.</a:t>
            </a:r>
          </a:p>
          <a:p>
            <a:pPr>
              <a:defRPr sz="2000"/>
            </a:pPr>
            <a:r>
              <a:t>Dense models (BGE-M3, MiniLM) exceed the offline memory budget -&gt; deferred, not reported as zeros.</a:t>
            </a:r>
          </a:p>
          <a:p>
            <a:pPr>
              <a:defRPr sz="2000"/>
            </a:pPr>
            <a:r>
              <a:t>The failure is font-encoding, not the retrieval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Retrieval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Raw corrupted text: Recall@3 = 0.091 | MRR = 0.030 | DocR@3 = 0.091</a:t>
            </a:r>
          </a:p>
          <a:p>
            <a:pPr>
              <a:defRPr sz="2000"/>
            </a:pPr>
            <a:r>
              <a:t>Deterministic Preeti repair (no aliases): Recall@3 = 0.364 | MRR = 0.197 | DocR@3 = 0.455</a:t>
            </a:r>
          </a:p>
          <a:p>
            <a:pPr>
              <a:defRPr sz="2000"/>
            </a:pPr>
            <a:r>
              <a:t>Metadata aliasing: Recall@3 = 1.000 -- ORACLE (query leakage), not an operational score.</a:t>
            </a:r>
          </a:p>
          <a:p>
            <a:pPr>
              <a:defRPr sz="2000"/>
            </a:pPr>
            <a:r>
              <a:t>Key result: deterministic repair gives a 4-5x gain with no hand-authored knowledge.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Finding: Direct LLM vs Local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Parking fee query: ChatGPT guesses ~Rs 20/hr; RAG returns KTM_FIN_002 clause.</a:t>
            </a:r>
          </a:p>
          <a:p>
            <a:pPr>
              <a:defRPr sz="2000"/>
            </a:pPr>
            <a:r>
              <a:t>Tax slab query: LLM lacks exact local schedule; RAG returns precise rate.</a:t>
            </a:r>
          </a:p>
          <a:p>
            <a:pPr>
              <a:defRPr sz="2000"/>
            </a:pPr>
            <a:r>
              <a:t>Map-pass documents: LLM gives generic list; RAG returns full bylaw checklist.</a:t>
            </a:r>
          </a:p>
          <a:p>
            <a:pPr>
              <a:defRPr sz="2000"/>
            </a:pPr>
            <a:r>
              <a:t>RAG gives citable, numerically exact values from source PDFs.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Built scrape -&gt; curate -&gt; extract -&gt; repair -&gt; chunk -&gt; retrieve pipeline.</a:t>
            </a:r>
          </a:p>
          <a:p>
            <a:pPr>
              <a:defRPr sz="2000"/>
            </a:pPr>
            <a:r>
              <a:t>Raw retrieval fails on corrupted Nepali PDFs (Recall@3 = 0.091).</a:t>
            </a:r>
          </a:p>
          <a:p>
            <a:pPr>
              <a:defRPr sz="2000"/>
            </a:pPr>
            <a:r>
              <a:t>Deterministic Preeti -&gt; Unicode repair lifts Recall@3 to 0.364 (doc-level 0.455), no aliases.</a:t>
            </a:r>
          </a:p>
          <a:p>
            <a:pPr>
              <a:defRPr sz="2000"/>
            </a:pPr>
            <a:r>
              <a:t>Next: learned transliteration repair, BM25+dense fusion, larger human-labeled queries.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Questions?</a:t>
            </a:r>
          </a:p>
          <a:p>
            <a:pPr>
              <a:defRPr sz="2000"/>
            </a:pPr>
            <a:r>
              <a:t>Repository: scrapktm/thesis/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